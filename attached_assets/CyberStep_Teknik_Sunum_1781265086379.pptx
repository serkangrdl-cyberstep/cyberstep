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CYBERSTEP.IO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Mimarisi ve Metodoloji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Ekip ile Değerlendirme Görüşmesi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92640" y="640080"/>
            <a:ext cx="2011680" cy="2011680"/>
          </a:xfrm>
          <a:prstGeom prst="ellipse">
            <a:avLst/>
          </a:prstGeom>
          <a:solidFill>
            <a:srgbClr val="0E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280160"/>
            <a:ext cx="822960" cy="8229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4937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Tarama Yöntemleri • WAF/CDN Tespiti • Teknoloji Stack Keşfi • Güvenilirlik Skorlaması • İç/Dış Entegrasyon Vizyonu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YAKLAŞIM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Pasif/Aktif Dış Tarama — Genel Prensip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CyberStep, müşteri altyapısına izinsiz erişim gerektirmeyen, tamamen pasif ve hafif aktif (lightweight active) tekniklerle dış yüzey taraması yapar. Hedef: bir saldırganın internetten göreceği görünümü çıkarmak.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554480" y="25420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Kaynaklar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kayıtları (A, MX, TXT/SPF, DMARC, 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şeffaflık akışı (Certstream → GitHub Actions workflow ile gerçek zamanlı + crt.sh ile geçmiş sorgu)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(port/banner — aktif tarama Shodan tarafında yapılmış, biz sorguluyoruz)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 DNS / WHOIS verisi (IP blok sahipliği, ASN bilgisi)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Netcraft (domain risk, hosting geçmişi, teknoloji envanteri — API key ile)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liste / reputasyon veritabanları (VirusTotal, AbuseIPDB, USOM, URLhaus)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56032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7178040" y="25420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Hafif Aktif Kaynaklar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HTTP(S) GET isteği — header analizi (Server, X-Powered-By, güvenlik başlıkları)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— sertifika detayları, protokol/cipher desteği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robots.txt, sitemap.xml, favicon hash gibi statik dosya analizi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istek, tek bağlantı — port taraması, fuzzing veya brute-force YAPILMAZ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Yasal/etik çerçeve: Bu yöntemler herhangi bir kullanıcının tarayıcısının yaptığından daha invaziv değildir — exploit denemesi, kimlik bilgisi denemesi veya DoS unsuru içermez.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TESPITI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Domain WAF/CDN Arkasında mı? — 3 Katmanlı Tespit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başlamadan önce ilk adım: hedefin önünde bir WAF/CDN var mı, varsa hangi sağlayıcı ve ne güvenle? Bu, sonraki tüm bulguların yorumlanma şeklini belirler.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50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645920" y="2313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İmzaları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cf-ray / cf-cache-status (Cloudflare), akamai-grn (Akamai), x-amz-cf-id (CloudFront), FORTIWAFSID cookie (FortiWeb), x-sucuri-id (Sucuri), x-iinfo (Imperva), x-azure-ref (Azure FD)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93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1645920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IP Aralığı Analizi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794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yayınladığı IP bloklarıyla (örn. 104.16.0.0/13, 172.64.0.0/13) eşleştirme; Akamai/CloudFront için reverse DNS deseni kontrolü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736592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1645920" y="4599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Sertifika İncelemesi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93776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 issuer alanında 'Cloudflare', 'Sucuri' gibi WAF sağlayıcı imzaları aranır — origin sertifikası mı, proxy sertifikası mı?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06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897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Kuralı:  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katman aynı sağlayıcıyı işaret ederse → </a:t>
            </a:r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1 katman → 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sadece IP aralığı eşleşmesi → 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SENARYO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Akışı: WAF Var vs. WAF Yok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YOK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origin sunucuya bağlanılır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header'lar (Server, X-Powered-By) doğrudan hedef sunucudan gelir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port/servis bilgisi (Shodan InternetDB üzerinden) gerçek sunucuya ait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 tespit edilen versiyon üzerinden doğrudan yapılabilir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Yüksek güven — tüm katmanlar 'gerçek' veriyi yansıtır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 VAR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İstekler önce WAF/CDN edge node'una ulaşır, origin'e ulaşmayabilir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header'lar WAF'ın kendi başlıkları olabilir — origin versiyon bilgisi maskelenir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sorgusu CDN IP'sini döndürür — origin IP'si değil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 güvenilmez hale gelir (versiyon gizli)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OSINT zenginleştirme devreye girer (Slayt 5) + ağırlıklar yeniden dağıtılır (Slayt 6)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ARKASI İÇIN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OSINT Zenginleştirme — WAF'ın Önündeki İzler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WAF/CDN tespit edildiğinde, sistem hedefin geçmişte/farklı kanallarda bıraktığı izleri toplayarak origin sunucu hakkında ipucu üretir. Her kaynak bağımsız sorgulanır; biri başarısız olursa diğerleri devam eder.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Certstream + crt.sh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üzerinden gerçek zamanlı sertifika şeffaflık akışı + crt.sh geçmiş sorgu — Replit limitasyonları aşıldı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23760" y="23774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kaydındaki IP üzerinde açık port ve banner taraması — CDN IP'si mi gerçek IP mi ayrımı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434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 DNS / WHOIS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029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blok sahipliği, ASN bilgisi — origin altyapının hangi sağlayıcıya ait olduğu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Netcraft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5029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risk skoru, hosting geçmişi ve teknoloji envanteri (API key entegrasyonu yapılacak)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realServerHints (örn. "nginx/1.18"), technologyHints (örn. "WordPress"), sources (Certstream/crt.sh/Shodan/RIPE/Netcraft — hangi kaynaktan ne geldi) — sonuç asla "kesin gerçek" olarak değil, "ipucu" olarak işaretlenir.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SKORLAMA SISTEMI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Durumuna Göre Dinamik Ağırlıklandırma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risk skoru, tüm bulgu kategorilerinin ağırlıklı ortalamasıdır. WAF tespit edildiğinde, güvenilirliği düşen kategorilerin ağırlığı azaltılır, güvenilirliği değişmeyen kategorilerin ağırlığı artırılır.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0E1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Kategorisi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Güvenliği (SPF/DMARC/DKIM)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etkilemez — güvenilir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55848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TLS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5216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3355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0" y="3355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WAF önünde — güvenilir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22776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22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Analizi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5216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39227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WAF'ın kendi başlıkları — güvenilmez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89704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897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52160" y="4489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489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44897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 gizli — güvenilmez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056632"/>
            <a:ext cx="10881360" cy="502920"/>
          </a:xfrm>
          <a:prstGeom prst="roundRect">
            <a:avLst>
              <a:gd name="adj" fmla="val 7273"/>
            </a:avLst>
          </a:prstGeom>
          <a:solidFill>
            <a:srgbClr val="060D1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056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Liste / Reputasyon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52160" y="5056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5056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5056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IP/domain reputasyonu — güvenilir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7692"/>
            </a:avLst>
          </a:prstGeom>
          <a:solidFill>
            <a:srgbClr val="0E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Score:  </a:t>
            </a:r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 → 95  •  WAF + yüksek güven tespiti → 60  •  orta güven → 70  •  düşük güven → 80  •  OSINT ile origin doğrulandı → 75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TESPITI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Stack'i Nasıl Tespit Ediyoruz?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tespit edilen teknolojiye bir 'confidence' skoru (0-100) ve 'detectedVia' (hangi sinyalle bulundu) etiketi atanır — bu sayede hangi bulgunun ne kadar güvenilir olduğu şeffaf şekilde raporlanır.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54580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Sunucusu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1488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header → nginx, Apache, IIS, LiteSpeed (confidence ~90)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21240" y="23545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</p:sp>
      <p:sp>
        <p:nvSpPr>
          <p:cNvPr id="10" name="Text 8"/>
          <p:cNvSpPr/>
          <p:nvPr/>
        </p:nvSpPr>
        <p:spPr>
          <a:xfrm>
            <a:off x="9921240" y="23545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223260"/>
            <a:ext cx="365760" cy="36576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127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/ Runtime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X-Powered-By → PHP, ASP.NET, Express, Next.js, Java (confidence ~85)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21240" y="322326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</p:sp>
      <p:sp>
        <p:nvSpPr>
          <p:cNvPr id="16" name="Text 14"/>
          <p:cNvSpPr/>
          <p:nvPr/>
        </p:nvSpPr>
        <p:spPr>
          <a:xfrm>
            <a:off x="9921240" y="32232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0919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995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/ Framework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8862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meta tag, JS dosya yolları, cookie isimleri (WordPress, WooCommerce vb.)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21240" y="40919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40919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html+cookie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6062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864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CDN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7548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cf-ray, akamai-grn, x-amz-cf-id, x-sucuri-id, x-iinfo, bigipserver cookie (confidence 85-95)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21240" y="49606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</p:sp>
      <p:sp>
        <p:nvSpPr>
          <p:cNvPr id="28" name="Text 26"/>
          <p:cNvSpPr/>
          <p:nvPr/>
        </p:nvSpPr>
        <p:spPr>
          <a:xfrm>
            <a:off x="9921240" y="49606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header+cookie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58293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5733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Portlar / Servisler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56235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InternetDB — pasif veri, aktif port taraması yapılmaz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21240" y="582930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60D1A"/>
          </a:solidFill>
          <a:ln/>
        </p:spPr>
      </p:sp>
      <p:sp>
        <p:nvSpPr>
          <p:cNvPr id="34" name="Text 32"/>
          <p:cNvSpPr/>
          <p:nvPr/>
        </p:nvSpPr>
        <p:spPr>
          <a:xfrm>
            <a:off x="9921240" y="58293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Varken Sorgularımız Ne Kadar Doğru?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Cevap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yokken: DNS, SSL, e-posta güvenliği ve HTTP header tabanlı bulguların güvenilirliği yüksektir (≈%90-95)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varken (yüksek güven tespit): DNS/SSL/e-posta bulguları yine güvenilirdir; ancak HTTP header ve versiyon-bazlı CVE eşleştirmesi büyük ölçüde maskelenir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zenginleştirme bir 'kesinlik' değil, 'olasılık artırma' katmanıdır — Certstream/crt.sh/Shodan/RIPE/Netcraft ipuçları çoğu zaman 1-6 ay eski olabilir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WAF arkasındaki bir domain için genel skorun confidenceScore'u 60-80 aralığına düşer ve bu kullanıcıya açıkça gösterilir — 'kesin' değil 'kısmi doğrulukta' etiketlenir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85232" cy="4206240"/>
          </a:xfrm>
          <a:prstGeom prst="roundRect">
            <a:avLst>
              <a:gd name="adj" fmla="val 1739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20240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İddia Etmediklerimiz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7365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arkasındaki origin sunucunun gerçek IP'sini her zaman bulabileceğimizi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Maskelenmiş versiyon bilgisinden kesin CVE eşleştirmesi yapabileceğimizi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 taramanın, bir pentest veya iç ağ taramasının yerini tutacağını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ipuçlarının her zaman güncel olduğunu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4892040"/>
            <a:ext cx="4736592" cy="822960"/>
          </a:xfrm>
          <a:prstGeom prst="roundRect">
            <a:avLst>
              <a:gd name="adj" fmla="val 6667"/>
            </a:avLst>
          </a:prstGeom>
          <a:solidFill>
            <a:srgbClr val="060D1A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489204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Prensip: Ne bildiğimizi söyleriz, ne bilmediğimizi daha yüksek sesle söyleriz. Her bulgu confidenceNote ile birlikte sunulur.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 Tarama + İç Tarama: Tam Görünürlük Hedefi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CyberStep'in bugünkü kapsamı dış (external attack surface) tarama ile sınırlı. Hedef, dış taramanın işaret ettiği belirsizlikleri iç ağ verisiyle kapatmak — bir teknik ortakla bu noktada sinerji görüyoruz.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Dış Tarama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e-posta güvenliği, WAF/CDN tespiti, pasif teknoloji envanteri, CVE/MITRE senaryoları (confidence ile)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78808" y="37490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 — Doğrulama Katmanı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arkasında maskelenen bulgular için, müşteri onayıyla, hafif bir iç ağ ajanı (agent) veya API entegrasyonu ile origin versiyon bilgisi doğrulanır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27848" y="37490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13816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— Birleşik Risk Görünümü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bulgular + iç envanter (FortiGate/M365 log analizi gibi) tek bir risk skorunda birleşir; confidenceScore artık 95'e yakın olur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entegrasyon hedefi henüz tarih içermez — bugünkü görüşmenin amacı, teknik altyapı/uzmanlık ile bu köprünün nasıl kurulabileceğini birlikte değerlendirmek.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MIMARI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 Süreci — Uçtan Uca Veri Akışı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8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Girişi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domain girer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40864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2587752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WAF/CDN Tespiti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87752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katmanlı tespit + confidence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97096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52544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46904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4443984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Zenginleştirme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43984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varsa Certstream/crt.sh/Shodan/RIPE/Netcraft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08776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80" dirty="0"/>
          </a:p>
        </p:txBody>
      </p:sp>
      <p:sp>
        <p:nvSpPr>
          <p:cNvPr id="25" name="Text 23"/>
          <p:cNvSpPr/>
          <p:nvPr/>
        </p:nvSpPr>
        <p:spPr>
          <a:xfrm>
            <a:off x="6300216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Taramalar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0216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e-posta güvenliği, header, kara liste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09560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65008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59368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936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80" dirty="0"/>
          </a:p>
        </p:txBody>
      </p:sp>
      <p:sp>
        <p:nvSpPr>
          <p:cNvPr id="31" name="Text 29"/>
          <p:cNvSpPr/>
          <p:nvPr/>
        </p:nvSpPr>
        <p:spPr>
          <a:xfrm>
            <a:off x="8156448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Skorlama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56448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durumuna göre ağırlıklandırma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765792" y="3017520"/>
            <a:ext cx="146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921240" y="2468880"/>
            <a:ext cx="1691640" cy="1645920"/>
          </a:xfrm>
          <a:prstGeom prst="roundRect">
            <a:avLst>
              <a:gd name="adj" fmla="val 444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15600" y="2651760"/>
            <a:ext cx="502920" cy="502920"/>
          </a:xfrm>
          <a:prstGeom prst="ellipse">
            <a:avLst/>
          </a:prstGeom>
          <a:solidFill>
            <a:srgbClr val="0E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80" dirty="0"/>
          </a:p>
        </p:txBody>
      </p:sp>
      <p:sp>
        <p:nvSpPr>
          <p:cNvPr id="37" name="Text 35"/>
          <p:cNvSpPr/>
          <p:nvPr/>
        </p:nvSpPr>
        <p:spPr>
          <a:xfrm>
            <a:off x="1001268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Rapor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1268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frontend, şeffaf güven notları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/ Ücretli Katman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tarama: </a:t>
            </a:r>
            <a:pPr indent="0" marL="0"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skor + en fazla 3 bulgu gösterilir, MITRE senaryoları ve PDF kilitli.  </a:t>
            </a:r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rapor: </a:t>
            </a:r>
            <a:pPr indent="0" marL="0">
              <a:buNone/>
            </a:pPr>
            <a:r>
              <a:rPr lang="en-US" sz="13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bulgular, MITRE ATT&amp;CK senaryoları, CVE detayları, PDF — kayıt + abonelik gerektirir. Bu görüşmede teknik ekibe tam rapor erişimi sağlanabilir.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HAZIRLIK NOTU — SADECE SIZIN İÇIN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Görüşmede Sormanız İçin Genel Teknik Sorular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719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Tespit Doğruluğu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 en sık görülen WAF/CDN sağlayıcıları hangileri? Tespit listemizde eksik bir sağlayıcı var mı?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'confidence: low/medium/high' sınıflandırmamız, gerçek WAF konfigürasyonlarıyla sahada ne kadar örtüşüyor?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556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7190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Stack ve CVE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tabanlı versiyon tespiti, yönetilen ortamlarda ne sıklıkla yanlış/eski sonuç veriyor?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eşleştirmesinde EPSS skorunu ve CVE yaşını (5 yıldan eski olanları filtreleme) nasıl değerlendirmeli — eşik makul mü?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2702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233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İç/Dış Entegrasyon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ortamlarında FortiGate/M365 log erişimi tipik olarak standart mı, yoksa proje bazlı mı kuruluyor?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tarama bulgularını iç ağ verisiyle doğrulayan bir 'köprü ajan' modeli teknik olarak nasıl konumlanır — agent mı, API mi, VPN tüneli mi?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KVKK/veri işleme açısından, iç ağ verisinin platforma değil sadece skorlama sonucunun aktarılması mimarisi uygulanabilir mi?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0E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270248"/>
            <a:ext cx="365760" cy="365760"/>
          </a:xfrm>
          <a:prstGeom prst="ellipse">
            <a:avLst/>
          </a:prstGeom>
          <a:solidFill>
            <a:srgbClr val="060D1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2336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Operasyonel / Ortaklık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7548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Bulguları yorumlayacak/aksiyon alacak bir 'uygulama partneri' katmanı modeli nasıl kurulur?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için 1-2 müşteri ortamında (izinli) hem dış hem iç taramayı karşılaştırmalı çalıştırmak mümkün mü — false positive/negative oranını birlikte ölçmek için?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CyberStep — Teknik Mimari ve Tarama Metodolojisi</dc:title>
  <dc:subject>PptxGenJS Presentation</dc:subject>
  <dc:creator>CyberStep.io</dc:creator>
  <cp:lastModifiedBy>CyberStep.io</cp:lastModifiedBy>
  <cp:revision>1</cp:revision>
  <dcterms:created xsi:type="dcterms:W3CDTF">2026-06-12T11:44:15Z</dcterms:created>
  <dcterms:modified xsi:type="dcterms:W3CDTF">2026-06-12T11:44:15Z</dcterms:modified>
</cp:coreProperties>
</file>