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kan Gurdal" userId="4bbb539c-10f1-47d3-a55b-769d83fadc48" providerId="ADAL" clId="{9F551ADD-6FED-49A5-A3A3-CEDB0D3DA42B}"/>
    <pc:docChg chg="custSel modSld">
      <pc:chgData name="Serkan Gurdal" userId="4bbb539c-10f1-47d3-a55b-769d83fadc48" providerId="ADAL" clId="{9F551ADD-6FED-49A5-A3A3-CEDB0D3DA42B}" dt="2026-06-12T12:01:55.141" v="1" actId="478"/>
      <pc:docMkLst>
        <pc:docMk/>
      </pc:docMkLst>
      <pc:sldChg chg="delSp modSp mod">
        <pc:chgData name="Serkan Gurdal" userId="4bbb539c-10f1-47d3-a55b-769d83fadc48" providerId="ADAL" clId="{9F551ADD-6FED-49A5-A3A3-CEDB0D3DA42B}" dt="2026-06-12T12:01:55.141" v="1" actId="478"/>
        <pc:sldMkLst>
          <pc:docMk/>
          <pc:sldMk cId="0" sldId="268"/>
        </pc:sldMkLst>
        <pc:spChg chg="del">
          <ac:chgData name="Serkan Gurdal" userId="4bbb539c-10f1-47d3-a55b-769d83fadc48" providerId="ADAL" clId="{9F551ADD-6FED-49A5-A3A3-CEDB0D3DA42B}" dt="2026-06-12T12:01:55.141" v="1" actId="478"/>
          <ac:spMkLst>
            <pc:docMk/>
            <pc:sldMk cId="0" sldId="268"/>
            <ac:spMk id="2" creationId="{00000000-0000-0000-0000-000000000000}"/>
          </ac:spMkLst>
        </pc:spChg>
        <pc:spChg chg="mod">
          <ac:chgData name="Serkan Gurdal" userId="4bbb539c-10f1-47d3-a55b-769d83fadc48" providerId="ADAL" clId="{9F551ADD-6FED-49A5-A3A3-CEDB0D3DA42B}" dt="2026-06-12T12:01:49.114" v="0" actId="6549"/>
          <ac:spMkLst>
            <pc:docMk/>
            <pc:sldMk cId="0" sldId="26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878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CYBERSTEP.IO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6060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Tarama Mimarisi ve Metodoloji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Ekip ile Değerlendirme Görüşmesi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692640" y="640080"/>
            <a:ext cx="2011680" cy="2011680"/>
          </a:xfrm>
          <a:prstGeom prst="ellipse">
            <a:avLst/>
          </a:prstGeom>
          <a:solidFill>
            <a:srgbClr val="0E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332720" y="1280160"/>
            <a:ext cx="822960" cy="82296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0" y="493776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Tarama Yöntemleri • WAF/CDN Tespiti • Teknoloji Stack Keşfi • Güvenilirlik Skorlaması • İç/Dış Entegrasyon Vizyonu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YAKLAŞIM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Pasif/Aktif Dış Tarama — Genel Prensip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CyberStep, müşteri altyapısına izinsiz erişim gerektirmeyen, tamamen pasif ve hafif aktif (lightweight active) tekniklerle dış yüzey taraması yapar. Hedef: bir saldırganın internetten göreceği görünümü çıkarmak.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1554480" y="254203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Pasif Kaynaklar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4800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kayıtları (A, MX, TXT/SPF, DMARC, NS)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 şeffaflık akışı (Certstream → GitHub Actions workflow ile gerçek zamanlı + crt.sh ile geçmiş sorgu)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InternetDB (port/banner — aktif tarama Shodan tarafında yapılmış, biz sorguluyoruz)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Wayback Machine IP geçmişi (origin IP izi — WAF bypass risk analizi)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Censys enrichment (ek altyapı/sertifika görünürlüğü)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liste / reputasyon (VirusTotal, AbuseIPDB, USOM, URLhaus, OTX, ThreatFox, Feodo, HIBP, SafeBrowsing, SSL Labs, Mozilla Observatory)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28600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37960" y="256032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980" dirty="0"/>
          </a:p>
        </p:txBody>
      </p:sp>
      <p:sp>
        <p:nvSpPr>
          <p:cNvPr id="13" name="Text 11"/>
          <p:cNvSpPr/>
          <p:nvPr/>
        </p:nvSpPr>
        <p:spPr>
          <a:xfrm>
            <a:off x="7178040" y="254203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Hafif Aktif Kaynaklar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3246120"/>
            <a:ext cx="4800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HTTP(S) GET isteği — header analizi (Server, X-Powered-By, güvenlik başlıkları)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handshake — sertifika detayları, protokol/cipher desteği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robots.txt, sitemap.xml, favicon hash gibi statik dosya analizi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istek, tek bağlantı — port taraması, fuzzing veya brute-force YAPILMAZ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Yasal/etik çerçeve: Bu yöntemler herhangi bir kullanıcının tarayıcısının yaptığından daha invaziv değildir — exploit denemesi, kimlik bilgisi denemesi veya DoS unsuru içermez.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/ CDN TESPITI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Domain WAF/CDN Arkasında mı? — 3 Katmanlı Tespit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Tarama başlamadan önce ilk adım: hedefin önünde bir WAF/CDN var mı, varsa hangi sağlayıcı ve ne güvenle? Bu, sonraki tüm bulguların yorumlanma şeklini belirler.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450592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1645920" y="2313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Header İmzaları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651760"/>
            <a:ext cx="9738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cf-ray / cf-cache-status (Cloudflare), akamai-grn (Akamai), x-amz-cf-id (CloudFront), FORTIWAFSID cookie (FortiWeb), x-sucuri-id (Sucuri), x-iinfo (Imperva), x-azure-ref (Azure FD)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8680" y="3593592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80" dirty="0"/>
          </a:p>
        </p:txBody>
      </p:sp>
      <p:sp>
        <p:nvSpPr>
          <p:cNvPr id="13" name="Text 11"/>
          <p:cNvSpPr/>
          <p:nvPr/>
        </p:nvSpPr>
        <p:spPr>
          <a:xfrm>
            <a:off x="1645920" y="3456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/ IP Aralığı Analizi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794760"/>
            <a:ext cx="9738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yayınladığı IP bloklarıyla (örn. 104.16.0.0/13, 172.64.0.0/13) eşleştirme; Akamai/CloudFront için reverse DNS deseni kontrolü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480560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68680" y="4736592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80" dirty="0"/>
          </a:p>
        </p:txBody>
      </p:sp>
      <p:sp>
        <p:nvSpPr>
          <p:cNvPr id="18" name="Text 16"/>
          <p:cNvSpPr/>
          <p:nvPr/>
        </p:nvSpPr>
        <p:spPr>
          <a:xfrm>
            <a:off x="1645920" y="4599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Sertifika İncelemesi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937760"/>
            <a:ext cx="9738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 issuer alanında 'Cloudflare', 'Sucuri' gibi WAF sağlayıcı imzaları aranır — origin sertifikası mı, proxy sertifikası mı?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10881360" cy="640080"/>
          </a:xfrm>
          <a:prstGeom prst="roundRect">
            <a:avLst>
              <a:gd name="adj" fmla="val 10000"/>
            </a:avLst>
          </a:prstGeom>
          <a:solidFill>
            <a:srgbClr val="060D1A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5897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 Kuralı:  </a:t>
            </a: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katman aynı sağlayıcıyı işaret ederse → </a:t>
            </a: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1 katman → </a:t>
            </a: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sadece IP aralığı eşleşmesi → </a:t>
            </a: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SENARYO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Tarama Akışı: WAF Var vs. WAF Yok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980" dirty="0"/>
          </a:p>
        </p:txBody>
      </p:sp>
      <p:sp>
        <p:nvSpPr>
          <p:cNvPr id="7" name="Text 5"/>
          <p:cNvSpPr/>
          <p:nvPr/>
        </p:nvSpPr>
        <p:spPr>
          <a:xfrm>
            <a:off x="1554480" y="19476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/ CDN YOK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800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Doğrudan origin sunucuya bağlanılır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header'lar (Server, X-Powered-By) doğrudan hedef sunucudan gelir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port/servis bilgisi (Shodan InternetDB üzerinden) gerçek sunucuya ait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eşleştirmesi tespit edilen versiyon üzerinden doğrudan yapılabilir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Yüksek güven — tüm katmanlar 'gerçek' veriyi yansıtır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37960" y="19659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980" dirty="0"/>
          </a:p>
        </p:txBody>
      </p:sp>
      <p:sp>
        <p:nvSpPr>
          <p:cNvPr id="12" name="Text 10"/>
          <p:cNvSpPr/>
          <p:nvPr/>
        </p:nvSpPr>
        <p:spPr>
          <a:xfrm>
            <a:off x="7178040" y="19476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/ CDN VAR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651760"/>
            <a:ext cx="4800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İstekler önce WAF/CDN edge node'una ulaşır, origin'e ulaşmayabilir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header'lar WAF'ın kendi başlıkları olabilir — origin versiyon bilgisi maskelenir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InternetDB sorgusu CDN IP'sini döndürür — origin IP'si değil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eşleştirmesi güvenilmez hale gelir (versiyon gizli)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OSINT zenginleştirme devreye girer (Slayt 5) + ağırlıklar yeniden dağıtılır (Slayt 6)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ARKASI İÇIN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OSINT Zenginleştirme — WAF'ın Önündeki İzler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WAF/CDN tespit edildiğinde, sistem hedefin geçmişte/farklı kanallarda bıraktığı izleri toplayarak origin sunucu hakkında ipucu üretir. Her kaynak bağımsız sorgulanır; biri başarısız olursa diğerleri devam eder.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00200" y="23774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Certstream + crt.sh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workflow üzerinden gerçek zamanlı sertifika şeffaflık akışı + crt.sh geçmiş sorgu — Replit limitasyonları aşıldı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1945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223760" y="23774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InternetDB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97180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kaydındaki IP üzerinde açık port ve banner taraması — CDN IP'si mi gerçek IP mi ayrımı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🕰️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00200" y="4434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Wayback Machine IP Geçmişi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502920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sunucunun geçmişte hangi IP'lerde yayında olduğu — WAF bypass risk analizi için benzersiz bir sinyal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42519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23760" y="4434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Censys Enrichment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502920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 ve altyapı görünürlüğünü tamamlayan ek pasif kaynak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Çıktı: realServerHints (örn. "nginx/1.18"), technologyHints (örn. "WordPress"), sources (Certstream/crt.sh/Shodan/Wayback/Censys — hangi kaynaktan ne geldi) — sonuç asla "kesin gerçek" olarak değil, "ipucu" olarak işaretlenir.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SKORLAMA SISTEMI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WAF Durumuna Göre Dinamik Ağırlıklandırma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risk skoru, tüm bulgu kategorilerinin ağırlıklı ortalamasıdır. WAF tespit edildiğinde, güvenilirliği düşen kategorilerin ağırlığı azaltılır, güvenilirliği değişmeyen kategorilerin ağırlığı artırılır.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0E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 Kategorisi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Yok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2376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Var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10881360" cy="502920"/>
          </a:xfrm>
          <a:prstGeom prst="roundRect">
            <a:avLst>
              <a:gd name="adj" fmla="val 7273"/>
            </a:avLst>
          </a:prstGeom>
          <a:solidFill>
            <a:srgbClr val="06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Güvenliği (SPF/DMARC/DKIM)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52160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0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0" y="2788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etkilemez — güvenilir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355848"/>
            <a:ext cx="10881360" cy="502920"/>
          </a:xfrm>
          <a:prstGeom prst="roundRect">
            <a:avLst>
              <a:gd name="adj" fmla="val 7273"/>
            </a:avLst>
          </a:prstGeom>
          <a:solidFill>
            <a:srgbClr val="06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3558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/ TLS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852160" y="33558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23760" y="33558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95360" y="33558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 WAF önünde — güvenilir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922776"/>
            <a:ext cx="10881360" cy="502920"/>
          </a:xfrm>
          <a:prstGeom prst="roundRect">
            <a:avLst>
              <a:gd name="adj" fmla="val 7273"/>
            </a:avLst>
          </a:prstGeom>
          <a:solidFill>
            <a:srgbClr val="06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92277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Header Analizi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852160" y="39227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23760" y="39227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95360" y="392277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WAF'ın kendi başlıkları — güvenilmez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489704"/>
            <a:ext cx="10881360" cy="502920"/>
          </a:xfrm>
          <a:prstGeom prst="roundRect">
            <a:avLst>
              <a:gd name="adj" fmla="val 7273"/>
            </a:avLst>
          </a:prstGeom>
          <a:solidFill>
            <a:srgbClr val="06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44897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Eşleştirme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852160" y="44897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44897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95360" y="44897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Versiyon gizli — güvenilmez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056632"/>
            <a:ext cx="10881360" cy="502920"/>
          </a:xfrm>
          <a:prstGeom prst="roundRect">
            <a:avLst>
              <a:gd name="adj" fmla="val 7273"/>
            </a:avLst>
          </a:prstGeom>
          <a:solidFill>
            <a:srgbClr val="06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2960" y="50566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Liste / Reputasyon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852160" y="50566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23760" y="50566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95360" y="50566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IP/domain reputasyonu — güvenilir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5760720"/>
            <a:ext cx="10881360" cy="594360"/>
          </a:xfrm>
          <a:prstGeom prst="roundRect">
            <a:avLst>
              <a:gd name="adj" fmla="val 7692"/>
            </a:avLst>
          </a:prstGeom>
          <a:solidFill>
            <a:srgbClr val="0E1A2E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22960" y="57607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Score:  </a:t>
            </a: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yok → 95  •  WAF + yüksek güven tespiti → 60  •  orta güven → 70  •  düşük güven → 80  •  OSINT ile origin doğrulandı → 75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TESPITI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Teknoloji Stack'i Nasıl Tespit Ediyoruz?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tespit edilen teknolojiye bir 'confidence' skoru (0-100) ve 'detectedVia' (hangi sinyalle bulundu) etiketi atanır — bu sayede hangi bulgunun ne kadar güvenilir olduğu şeffaf şekilde raporlanır.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354580"/>
            <a:ext cx="365760" cy="365760"/>
          </a:xfrm>
          <a:prstGeom prst="ellipse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17320" y="22585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Sunucusu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214884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header → nginx, Apache, IIS, LiteSpeed (confidence ~90)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21240" y="23545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06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21240" y="23545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8680" y="3223260"/>
            <a:ext cx="365760" cy="365760"/>
          </a:xfrm>
          <a:prstGeom prst="ellipse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17320" y="31272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/ Runtime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01752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X-Powered-By → PHP, ASP.NET, Express, Next.js, Java (confidence ~85)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921240" y="322326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06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921240" y="32232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68680" y="409194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417320" y="39959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/ Framework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388620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meta tag, JS dosya yolları, cookie isimleri (WordPress, WooCommerce vb.)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21240" y="409194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06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921240" y="40919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html+cookie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68680" y="4960620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17320" y="4864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/ CDN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0" y="475488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cf-ray, akamai-grn, x-amz-cf-id, x-sucuri-id, x-iinfo, bigipserver cookie (confidence 85-95)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921240" y="49606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06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921240" y="49606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header+cookie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68680" y="582930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417320" y="5733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Portlar / Servisler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57600" y="562356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InternetDB — pasif veri, aktif port taraması yapılmaz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921240" y="582930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06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921240" y="58293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db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 GENIŞLIĞI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Sadece WAF Değil — Taramanın Tüm Katmanları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WAF/CDN tespiti taramanın yalnızca bir parçası. Her domain taramasında paralel olarak çalışan diğer katmanlar şunlar: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🇹🇷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USOM Kara Listesi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450592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CERT'in resmi kara listesi — yerli bir güvenlik kaynağı olarak KOBİ'lere doğrudan anlamlı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95160" y="21488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IT / ASN Orphaned Assets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95160" y="2450592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asnAssetDiscovery.ts — şirketin ASN'i altındaki unutulmuş/sahipsiz varlıkların keşfi, rakiplerde nadiren bulunan bir özellik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227832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319272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31927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Tehdit İstihbaratı Feed'leri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621024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OTX, ThreatFox, Feodo, URLhaus, AbuseIPDB, VirusTotal, SafeBrowsing — çok kaynaklı kara liste taraması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227832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3319272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95160" y="331927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HIBP Veri Sızıntısı Kontrolü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3621024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Domain'e bağlı e-posta adreslerinin geçmiş veri ihlallerinde yer alıp almadığı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398264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489704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44897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Labs / Mozilla Observatory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4791456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yapılandırması ve HTTP güvenlik başlıkları için bağımsız derecelendirme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4398264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4489704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95160" y="44897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MITRE ATT&amp;CK Senaryoları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5160" y="4791456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attack-scenarios.ts — bulgulardan otomatik olarak olası saldırı senaryoları üretilir (örn. 'DMARC reject yok → e-posta sahteciliği senaryosu')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568696"/>
            <a:ext cx="10972800" cy="1078992"/>
          </a:xfrm>
          <a:prstGeom prst="roundRect">
            <a:avLst>
              <a:gd name="adj" fmla="val 5085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" y="5660136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371600" y="566013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 Kontrolü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71600" y="5961888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Kayıtlı Elektronik Posta altyapısının varlığı/uygunluğu — Türkiye'ye özgü yasal gereklilik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ŞEFFAFLIK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WAF Varken Sorgularımız Ne Kadar Doğru?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 Cevap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yokken: DNS, SSL, e-posta güvenliği ve HTTP header tabanlı bulguların güvenilirliği yüksektir (≈%90-95)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varken (yüksek güven tespit): DNS/SSL/e-posta bulguları yine güvenilirdir; ancak HTTP header ve versiyon-bazlı CVE eşleştirmesi büyük ölçüde maskelenir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zenginleştirme bir 'kesinlik' değil, 'olasılık artırma' katmanıdır — Certstream/crt.sh/Shodan/Wayback/Censys ipuçları çoğu zaman 1-6 ay eski olabilir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WAF arkasındaki bir domain için genel skorun confidenceScore'u 60-80 aralığına düşer ve bu kullanıcıya açıkça gösterilir — 'kesin' değil 'kısmi doğrulukta' etiketlenir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85232" cy="4206240"/>
          </a:xfrm>
          <a:prstGeom prst="roundRect">
            <a:avLst>
              <a:gd name="adj" fmla="val 1739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37960" y="1920240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İddia Etmediklerimiz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468880"/>
            <a:ext cx="47365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arkasındaki origin sunucunun gerçek IP'sini her zaman bulabileceğimizi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Maskelenmiş versiyon bilgisinden kesin CVE eşleştirmesi yapabileceğimizi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Pasif taramanın, bir pentest veya iç ağ taramasının yerini tutacağını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ipuçlarının her zaman güncel olduğunu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37960" y="4892040"/>
            <a:ext cx="4736592" cy="822960"/>
          </a:xfrm>
          <a:prstGeom prst="roundRect">
            <a:avLst>
              <a:gd name="adj" fmla="val 6667"/>
            </a:avLst>
          </a:prstGeom>
          <a:solidFill>
            <a:srgbClr val="060D1A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20840" y="4892040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Prensip: Ne bildiğimizi söyleriz, ne bilmediğimizi daha yüksek sesle söyleriz. Her bulgu confidenceNote ile birlikte sunulur.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VIZYON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Dış Tarama + İç Tarama: Tam Görünürlük Hedefi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CyberStep'in bugünkü kapsamı dış (external attack surface) tarama ile sınırlı. Hedef, dış taramanın işaret ettiği belirsizlikleri iç ağ verisiyle kapatmak — bir teknik ortakla bu noktada sinerji görüyoruz.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6517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— Dış Tarama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SSL, e-posta güvenliği, WAF/CDN tespiti, pasif teknoloji envanteri, CVE/MITRE senaryoları (confidence ile)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78808" y="37490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A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389120" y="23774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26517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80" dirty="0"/>
          </a:p>
        </p:txBody>
      </p:sp>
      <p:sp>
        <p:nvSpPr>
          <p:cNvPr id="14" name="Text 12"/>
          <p:cNvSpPr/>
          <p:nvPr/>
        </p:nvSpPr>
        <p:spPr>
          <a:xfrm>
            <a:off x="4663440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Köprü — Doğrulama Katmanı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39776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arkasında maskelenen bulgular için, müşteri onayıyla, hafif bir iç ağ ajanı (agent) veya API entegrasyonu ile origin versiyon bilgisi doğrulanır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27848" y="37490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A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8138160" y="23774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26517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124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80" dirty="0"/>
          </a:p>
        </p:txBody>
      </p:sp>
      <p:sp>
        <p:nvSpPr>
          <p:cNvPr id="20" name="Text 18"/>
          <p:cNvSpPr/>
          <p:nvPr/>
        </p:nvSpPr>
        <p:spPr>
          <a:xfrm>
            <a:off x="8412480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— Birleşik Risk Görünümü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39776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bulgular + iç envanter (FortiGate/M365 log analizi gibi) tek bir risk skorunda birleşir; confidenceScore artık 95'e yakın olur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entegrasyon hedefi henüz tarih içermez — bugünkü görüşmenin amacı, teknik altyapı/uzmanlık ile bu köprünün nasıl kurulabileceğini birlikte değerlendirmek.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MIMARI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Tarama Süreci — Uçtan Uca Veri Akışı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34440" y="26517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344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8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Girişi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domain girer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40864" y="301752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96312" y="246888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90672" y="26517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90672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80" dirty="0"/>
          </a:p>
        </p:txBody>
      </p:sp>
      <p:sp>
        <p:nvSpPr>
          <p:cNvPr id="13" name="Text 11"/>
          <p:cNvSpPr/>
          <p:nvPr/>
        </p:nvSpPr>
        <p:spPr>
          <a:xfrm>
            <a:off x="2587752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WAF/CDN Tespiti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87752" y="3657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katmanlı tespit + confidence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97096" y="301752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52544" y="246888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46904" y="26517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46904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80" dirty="0"/>
          </a:p>
        </p:txBody>
      </p:sp>
      <p:sp>
        <p:nvSpPr>
          <p:cNvPr id="19" name="Text 17"/>
          <p:cNvSpPr/>
          <p:nvPr/>
        </p:nvSpPr>
        <p:spPr>
          <a:xfrm>
            <a:off x="4443984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Zenginleştirme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43984" y="3657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varsa Certstream/crt.sh/Shodan/Wayback/Censys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53328" y="301752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08776" y="246888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03136" y="26517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03136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80" dirty="0"/>
          </a:p>
        </p:txBody>
      </p:sp>
      <p:sp>
        <p:nvSpPr>
          <p:cNvPr id="25" name="Text 23"/>
          <p:cNvSpPr/>
          <p:nvPr/>
        </p:nvSpPr>
        <p:spPr>
          <a:xfrm>
            <a:off x="6300216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 Taramalar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0216" y="3657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SSL, e-posta güvenliği, header, kara liste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909560" y="301752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065008" y="246888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59368" y="26517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59368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80" dirty="0"/>
          </a:p>
        </p:txBody>
      </p:sp>
      <p:sp>
        <p:nvSpPr>
          <p:cNvPr id="31" name="Text 29"/>
          <p:cNvSpPr/>
          <p:nvPr/>
        </p:nvSpPr>
        <p:spPr>
          <a:xfrm>
            <a:off x="8156448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 Skorlama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56448" y="3657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durumuna göre ağırlıklandırma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765792" y="301752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921240" y="246888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515600" y="26517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5156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80" dirty="0"/>
          </a:p>
        </p:txBody>
      </p:sp>
      <p:sp>
        <p:nvSpPr>
          <p:cNvPr id="37" name="Text 35"/>
          <p:cNvSpPr/>
          <p:nvPr/>
        </p:nvSpPr>
        <p:spPr>
          <a:xfrm>
            <a:off x="10012680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Rapor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012680" y="3657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frontend, şeffaf güven notları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" y="448056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68680" y="4663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/ Ücretli Katman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68680" y="50749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tarama: </a:t>
            </a:r>
            <a:r>
              <a:rPr lang="en-US" sz="13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skor + en fazla 3 bulgu gösterilir, MITRE senaryoları ve PDF kilitli.  </a:t>
            </a: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rapor: </a:t>
            </a:r>
            <a:r>
              <a:rPr lang="en-US" sz="13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bulgular, MITRE ATT&amp;CK senaryoları, CVE detayları, PDF — kayıt + abonelik gerektirir. Bu görüşmede teknik ekibe tam rapor erişimi sağlanabilir.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Planlanan Entegrasyonlar — Henüz Aktif Değil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Aşağıdaki kaynaklar değerlendirme/planlama aşamasında. Bugünkü mimaride aktif değiller, şeffaflık için ayrı gösteriliyor.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37360" y="257860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Netcraft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737360" y="306324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06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3736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bekleniyor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risk skoru, hosting geçmişi, teknoloji envanteri — domain scan OSINT akışına entegre edilecek (şu an sadece lead discovery cron'unda tanımlı)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28600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360920" y="257860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 DNS / WHOIS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60920" y="306324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06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6092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planlanıyor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37960" y="365760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 an yalnızca Shadow IT / ASN keşfi ve GitHub Actions bridge'lerinde kullanılıyor — domain scan OSINT zenginleştirmesine eklenmesi değerlendiriliyor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görüşmede Netcraft/RIPE entegrasyonlarını henüz tamamlanmış bir özellik olarak sunmuyoruz — mevcut Certstream/crt.sh/Shodan/Wayback/Censys zinciri bugün itibarıyla tam çalışır durumda.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Genel Teknik Sorular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755648"/>
            <a:ext cx="365760" cy="365760"/>
          </a:xfrm>
          <a:prstGeom prst="ellipse">
            <a:avLst/>
          </a:prstGeom>
          <a:solidFill>
            <a:srgbClr val="060D1A"/>
          </a:solidFill>
          <a:ln w="254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17320" y="17190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/ Tespit Doğruluğu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Sahada en sık görülen WAF/CDN sağlayıcıları hangileri? Tespit listemizde eksik bir sağlayıcı var mı?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Bizim 'confidence: low/medium/high' sınıflandırmamız, gerçek WAF konfigürasyonlarıyla sahada ne kadar örtüşüyor?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92240" y="1755648"/>
            <a:ext cx="365760" cy="365760"/>
          </a:xfrm>
          <a:prstGeom prst="ellipse">
            <a:avLst/>
          </a:prstGeom>
          <a:solidFill>
            <a:srgbClr val="060D1A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0" y="17190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Stack ve CVE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tabanlı versiyon tespiti, yönetilen ortamlarda ne sıklıkla yanlış/eski sonuç veriyor?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eşleştirmesinde EPSS skorunu ve CVE yaşını (5 yıldan eski olanları filtreleme) nasıl değerlendirmeli — eşik makul mü?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4270248"/>
            <a:ext cx="365760" cy="365760"/>
          </a:xfrm>
          <a:prstGeom prst="ellipse">
            <a:avLst/>
          </a:prstGeom>
          <a:solidFill>
            <a:srgbClr val="060D1A"/>
          </a:solidFill>
          <a:ln w="254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17320" y="42336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İç/Dış Entegrasyon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75488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ortamlarında FortiGate/M365 log erişimi tipik olarak standart mı, yoksa proje bazlı mı kuruluyor?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tarama bulgularını iç ağ verisiyle doğrulayan bir 'köprü ajan' modeli teknik olarak nasıl konumlanır — agent mı, API mi, VPN tüneli mi?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KVKK/veri işleme açısından, iç ağ verisinin platforma değil sadece skorlama sonucunun aktarılması mimarisi uygulanabilir mi?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263640" y="40690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0E1A2E"/>
          </a:solidFill>
          <a:ln/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92240" y="4270248"/>
            <a:ext cx="365760" cy="365760"/>
          </a:xfrm>
          <a:prstGeom prst="ellipse">
            <a:avLst/>
          </a:prstGeom>
          <a:solidFill>
            <a:srgbClr val="060D1A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0" y="42336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Operasyonel / Ortaklık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75488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Bulguları yorumlayacak/aksiyon alacak bir 'uygulama partneri' katmanı modeli nasıl kurulur?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için 1-2 müşteri ortamında (izinli) hem dış hem iç taramayı karşılaştırmalı çalıştırmak mümkün mü — false positive/negative oranını birlikte ölçmek için?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1966</Words>
  <Application>Microsoft Office PowerPoint</Application>
  <PresentationFormat>Widescreen</PresentationFormat>
  <Paragraphs>245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CyberStep — Teknik Mimari ve Tarama Metodolojisi</dc:title>
  <dc:subject>PptxGenJS Presentation</dc:subject>
  <dc:creator>CyberStep.io</dc:creator>
  <cp:lastModifiedBy>Serkan Gurdal</cp:lastModifiedBy>
  <cp:revision>1</cp:revision>
  <dcterms:created xsi:type="dcterms:W3CDTF">2026-06-12T11:57:51Z</dcterms:created>
  <dcterms:modified xsi:type="dcterms:W3CDTF">2026-06-12T12:01:59Z</dcterms:modified>
</cp:coreProperties>
</file>